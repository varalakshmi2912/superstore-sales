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8591-E461-456B-B464-3DD4C5A9B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7C3D3-E3C3-4E82-9DD1-A6998FC9B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977DE-54B0-4156-9ADE-3E666876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6CBB-FC99-4BA0-8CE6-11F8BDAC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0E59C-89AA-474B-921A-3EBF8C6F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8617-1358-4C22-9A08-4514BA3A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B7588-33B3-4FB9-9050-D1CBE039C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1E4DD-D2B2-4056-9541-76D15D26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2B9-DFF2-44B6-A3C8-3D742805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5A95C-9ABF-47E2-A24A-BC803371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7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F33C-18A8-4F95-B12E-1D4F9014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89B98-B794-4227-903E-33B3754E7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9ECF-18D1-467E-9D01-6882C52F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B037-4225-41C3-9493-8745E7B8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C3CB-8605-4320-8F8F-69D3E38E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8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5D46-202B-420A-BFB9-D731113F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D81E-32E0-446D-AA95-EE6B9787F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8D5F0-E5AE-423F-AF98-5D6C60F1D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40276-3359-4531-B1EF-3AAE7DD7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B419B-0F24-4AD2-88CE-6C5627C7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BC40C-D2EF-4F07-A375-87BC3DB8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2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1003-3D8B-4CD9-A0F8-25ADD3B3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18CC4-CF1E-4949-8B93-EE5ADB9A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71893-EC09-43CB-ABB0-335FFE8C1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41685-A7A9-46FD-89F3-955962B95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5CAA3-91C1-450B-B0E1-7A78E2BD8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41AF0-4A0A-4A92-828A-FF42C07C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D92BB-E1A2-4784-BE11-A9ACE2F1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02911-F5AC-4F5E-BE4B-A1AC8E4D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1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8F0A-A19C-4935-84B4-81A8B5BF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11113-F662-4A13-AFE4-E426D7E2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54308-0D19-49D9-A7E5-FCA18962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9A381-DE5D-4F4B-8267-1350A374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04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583C8-20D3-434E-8667-DE1372FA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D875E-740E-4A27-9140-8E622B13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EBE6B-688C-4CB6-B34B-0AF3FB36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5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D1E6-EE25-4B81-A006-FDE4C421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C8900-4CBC-41FF-8534-15D7AFE43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6BA5-2712-4A90-8BC4-697F32FAF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9910-641D-436F-849B-8CFA846C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E43E8-0941-4A13-991B-3618776B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BA627-7897-4773-9287-A989740B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75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7BB-E74D-4E5B-93C0-2D615414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48317-4750-4487-AD62-177B16CF2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ABE9D-CCE9-4580-A56B-DEBD32D2C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51185-5A11-4A2A-9B90-61A1DDD6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86B05-7988-4747-8F57-D614F5D1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66362-1703-4659-BE0C-D8F0579E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39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D89B-E527-43E9-9B04-8B83FCD1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BB82B-6D76-4EF2-81E4-20A7877F2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0E54A-21AD-4B25-AD93-12E612C2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2299A-68A9-4732-944B-BCA0599E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8EC49-3C0C-487E-B1AE-B39FD9AD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14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18B5A-77A8-4F25-BA6D-A3B1A727B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0AC69-0B91-412F-96C3-D1D6BD2E7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81BD4-7467-4380-871A-F19DF5BE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E68F-A935-477A-B856-E1C411C5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2D23C-F3AF-4B32-92C3-45D4F138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CDF83-B100-41C9-B05E-8274D159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4C93-1FF6-4F52-9774-8FB353B26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E927A-808A-4209-BDE5-BA393F851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29F84-A6B8-4337-978E-539D0311A78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F295C-D85F-4E44-9D2A-8CEEA5C64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40F25-6E43-4019-B27B-7F8D7E900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13AFD-9961-4E58-802E-BBDCCBA80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3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D615-0A1F-432E-81EE-DF96B6A37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13819-0835-4C02-B81D-E6B4CC276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9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Katkuri Varalakshmi</dc:creator>
  <cp:lastModifiedBy>Katkuri Varalakshmi</cp:lastModifiedBy>
  <cp:revision>1</cp:revision>
  <dcterms:created xsi:type="dcterms:W3CDTF">2025-12-18T06:18:46Z</dcterms:created>
  <dcterms:modified xsi:type="dcterms:W3CDTF">2025-12-18T06:20:40Z</dcterms:modified>
</cp:coreProperties>
</file>